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A713966-88A3-4FAF-BA8A-FBD35518B9E3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A6A46-3F1D-1C35-5FEA-C699E198D2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Person detection and tracking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791DD7-C387-B9BD-56B7-00433EECB7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Proiect</a:t>
            </a:r>
            <a:r>
              <a:rPr lang="en-US" dirty="0"/>
              <a:t> </a:t>
            </a:r>
            <a:r>
              <a:rPr lang="en-US" dirty="0" err="1"/>
              <a:t>realizat</a:t>
            </a:r>
            <a:r>
              <a:rPr lang="en-US" dirty="0"/>
              <a:t> de </a:t>
            </a:r>
            <a:r>
              <a:rPr lang="en-US" dirty="0" err="1"/>
              <a:t>Dobre</a:t>
            </a:r>
            <a:r>
              <a:rPr lang="en-US" dirty="0"/>
              <a:t> Stefan Andrei – </a:t>
            </a:r>
            <a:r>
              <a:rPr lang="en-US" dirty="0" err="1"/>
              <a:t>Covaliuc</a:t>
            </a:r>
            <a:r>
              <a:rPr lang="en-US" dirty="0"/>
              <a:t> Lucian</a:t>
            </a:r>
          </a:p>
          <a:p>
            <a:r>
              <a:rPr lang="en-US" dirty="0"/>
              <a:t>1310A</a:t>
            </a:r>
          </a:p>
        </p:txBody>
      </p:sp>
    </p:spTree>
    <p:extLst>
      <p:ext uri="{BB962C8B-B14F-4D97-AF65-F5344CB8AC3E}">
        <p14:creationId xmlns:p14="http://schemas.microsoft.com/office/powerpoint/2010/main" val="3832524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AE06E-0FFE-FDCF-1353-0069950B8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&amp; </a:t>
            </a:r>
            <a:r>
              <a:rPr lang="en-US" dirty="0" err="1"/>
              <a:t>Motivație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C1129-6E9E-3B97-06FC-0A85575C1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Context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Detecția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urmărirea</a:t>
            </a:r>
            <a:r>
              <a:rPr lang="en-US" dirty="0"/>
              <a:t> </a:t>
            </a:r>
            <a:r>
              <a:rPr lang="en-US" dirty="0" err="1"/>
              <a:t>persoanelor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fluxuri</a:t>
            </a:r>
            <a:r>
              <a:rPr lang="en-US" dirty="0"/>
              <a:t> video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temă</a:t>
            </a:r>
            <a:r>
              <a:rPr lang="en-US" dirty="0"/>
              <a:t> </a:t>
            </a:r>
            <a:r>
              <a:rPr lang="en-US" dirty="0" err="1"/>
              <a:t>centrală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viziunii</a:t>
            </a:r>
            <a:r>
              <a:rPr lang="en-US" dirty="0"/>
              <a:t> </a:t>
            </a:r>
            <a:r>
              <a:rPr lang="en-US" dirty="0" err="1"/>
              <a:t>computerizate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Apare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aplicații</a:t>
            </a:r>
            <a:r>
              <a:rPr lang="en-US" dirty="0"/>
              <a:t> precum </a:t>
            </a:r>
            <a:r>
              <a:rPr lang="en-US" dirty="0" err="1"/>
              <a:t>supraveghere</a:t>
            </a:r>
            <a:r>
              <a:rPr lang="en-US" dirty="0"/>
              <a:t> </a:t>
            </a:r>
            <a:r>
              <a:rPr lang="en-US" dirty="0" err="1"/>
              <a:t>inteligentă</a:t>
            </a:r>
            <a:r>
              <a:rPr lang="en-US" dirty="0"/>
              <a:t>, </a:t>
            </a:r>
            <a:r>
              <a:rPr lang="en-US" dirty="0" err="1"/>
              <a:t>analiză</a:t>
            </a:r>
            <a:r>
              <a:rPr lang="en-US" dirty="0"/>
              <a:t> de </a:t>
            </a:r>
            <a:r>
              <a:rPr lang="en-US" dirty="0" err="1"/>
              <a:t>trafic</a:t>
            </a:r>
            <a:r>
              <a:rPr lang="en-US" dirty="0"/>
              <a:t> </a:t>
            </a:r>
            <a:r>
              <a:rPr lang="en-US" dirty="0" err="1"/>
              <a:t>pietonal</a:t>
            </a:r>
            <a:r>
              <a:rPr lang="en-US" dirty="0"/>
              <a:t>, </a:t>
            </a:r>
            <a:r>
              <a:rPr lang="en-US" dirty="0" err="1"/>
              <a:t>siguranță</a:t>
            </a:r>
            <a:r>
              <a:rPr lang="en-US" dirty="0"/>
              <a:t> </a:t>
            </a:r>
            <a:r>
              <a:rPr lang="en-US" dirty="0" err="1"/>
              <a:t>publică</a:t>
            </a:r>
            <a:r>
              <a:rPr lang="en-US" dirty="0"/>
              <a:t>.</a:t>
            </a:r>
          </a:p>
          <a:p>
            <a:r>
              <a:rPr lang="en-US" b="1" dirty="0" err="1"/>
              <a:t>Motivație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Crește</a:t>
            </a:r>
            <a:r>
              <a:rPr lang="en-US" dirty="0"/>
              <a:t> </a:t>
            </a:r>
            <a:r>
              <a:rPr lang="en-US" dirty="0" err="1"/>
              <a:t>nevoia</a:t>
            </a:r>
            <a:r>
              <a:rPr lang="en-US" dirty="0"/>
              <a:t> de </a:t>
            </a:r>
            <a:r>
              <a:rPr lang="en-US" dirty="0" err="1"/>
              <a:t>sisteme</a:t>
            </a:r>
            <a:r>
              <a:rPr lang="en-US" dirty="0"/>
              <a:t> automate care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recunoască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urmărească</a:t>
            </a:r>
            <a:r>
              <a:rPr lang="en-US" dirty="0"/>
              <a:t> </a:t>
            </a:r>
            <a:r>
              <a:rPr lang="en-US" dirty="0" err="1"/>
              <a:t>persoane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mod precis.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Scad</a:t>
            </a:r>
            <a:r>
              <a:rPr lang="en-US" dirty="0"/>
              <a:t> </a:t>
            </a:r>
            <a:r>
              <a:rPr lang="en-US" dirty="0" err="1"/>
              <a:t>costurile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se reduce </a:t>
            </a:r>
            <a:r>
              <a:rPr lang="en-US" dirty="0" err="1"/>
              <a:t>eroarea</a:t>
            </a:r>
            <a:r>
              <a:rPr lang="en-US" dirty="0"/>
              <a:t> </a:t>
            </a:r>
            <a:r>
              <a:rPr lang="en-US" dirty="0" err="1"/>
              <a:t>umană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monitorizare</a:t>
            </a:r>
            <a:r>
              <a:rPr lang="en-US" dirty="0"/>
              <a:t>.</a:t>
            </a:r>
          </a:p>
          <a:p>
            <a:r>
              <a:rPr lang="en-US" b="1" dirty="0" err="1"/>
              <a:t>Obiectiv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Realizarea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capabil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detecteze</a:t>
            </a:r>
            <a:r>
              <a:rPr lang="en-US" dirty="0"/>
              <a:t> </a:t>
            </a:r>
            <a:r>
              <a:rPr lang="en-US" dirty="0" err="1"/>
              <a:t>oameni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le </a:t>
            </a:r>
            <a:r>
              <a:rPr lang="en-US" dirty="0" err="1"/>
              <a:t>mențină</a:t>
            </a:r>
            <a:r>
              <a:rPr lang="en-US" dirty="0"/>
              <a:t> </a:t>
            </a:r>
            <a:r>
              <a:rPr lang="en-US" dirty="0" err="1"/>
              <a:t>identitatea</a:t>
            </a:r>
            <a:r>
              <a:rPr lang="en-US" dirty="0"/>
              <a:t> (ID) </a:t>
            </a:r>
            <a:r>
              <a:rPr lang="en-US" dirty="0" err="1"/>
              <a:t>chiar</a:t>
            </a:r>
            <a:r>
              <a:rPr lang="en-US" dirty="0"/>
              <a:t>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aceștia</a:t>
            </a:r>
            <a:r>
              <a:rPr lang="en-US" dirty="0"/>
              <a:t> </a:t>
            </a:r>
            <a:r>
              <a:rPr lang="en-US" dirty="0" err="1"/>
              <a:t>ies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reintră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cadru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048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DC484-61B2-E69C-B36E-5ACEF5BB2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Arhitectura</a:t>
            </a:r>
            <a:r>
              <a:rPr lang="en-US" dirty="0"/>
              <a:t> </a:t>
            </a:r>
            <a:r>
              <a:rPr lang="en-US" dirty="0" err="1"/>
              <a:t>preliminară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836EE-9E92-260B-36B5-7AEA1F8FD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662420" cy="3880773"/>
          </a:xfrm>
        </p:spPr>
        <p:txBody>
          <a:bodyPr/>
          <a:lstStyle/>
          <a:p>
            <a:r>
              <a:rPr lang="en-US" b="1" dirty="0" err="1"/>
              <a:t>Componente</a:t>
            </a:r>
            <a:r>
              <a:rPr lang="en-US" b="1" dirty="0"/>
              <a:t> </a:t>
            </a:r>
            <a:r>
              <a:rPr lang="en-US" b="1" dirty="0" err="1"/>
              <a:t>principale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Sursă</a:t>
            </a:r>
            <a:r>
              <a:rPr lang="en-US" b="1" dirty="0"/>
              <a:t> video:</a:t>
            </a:r>
            <a:r>
              <a:rPr lang="en-US" dirty="0"/>
              <a:t> camera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fișier</a:t>
            </a:r>
            <a:r>
              <a:rPr lang="en-US" dirty="0"/>
              <a:t> video.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Preprocesare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redimensionare</a:t>
            </a:r>
            <a:r>
              <a:rPr lang="en-US" dirty="0"/>
              <a:t>, </a:t>
            </a:r>
            <a:r>
              <a:rPr lang="en-US" dirty="0" err="1"/>
              <a:t>conversie</a:t>
            </a:r>
            <a:r>
              <a:rPr lang="en-US" dirty="0"/>
              <a:t>, </a:t>
            </a:r>
            <a:r>
              <a:rPr lang="en-US" dirty="0" err="1"/>
              <a:t>optimizare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Detector </a:t>
            </a:r>
            <a:r>
              <a:rPr lang="en-US" b="1" dirty="0" err="1"/>
              <a:t>persoane</a:t>
            </a:r>
            <a:r>
              <a:rPr lang="en-US" b="1" dirty="0"/>
              <a:t>:</a:t>
            </a:r>
            <a:r>
              <a:rPr lang="en-US" dirty="0"/>
              <a:t> model de tip YOLO / SSD </a:t>
            </a:r>
            <a:r>
              <a:rPr lang="en-US" dirty="0" err="1"/>
              <a:t>pentru</a:t>
            </a:r>
            <a:r>
              <a:rPr lang="en-US" dirty="0"/>
              <a:t> bounding boxes.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Tracker:</a:t>
            </a:r>
            <a:r>
              <a:rPr lang="en-US" dirty="0"/>
              <a:t> </a:t>
            </a:r>
            <a:r>
              <a:rPr lang="en-US" dirty="0" err="1"/>
              <a:t>algoritm</a:t>
            </a:r>
            <a:r>
              <a:rPr lang="en-US" dirty="0"/>
              <a:t> care </a:t>
            </a:r>
            <a:r>
              <a:rPr lang="en-US" dirty="0" err="1"/>
              <a:t>asociază</a:t>
            </a:r>
            <a:r>
              <a:rPr lang="en-US" dirty="0"/>
              <a:t> </a:t>
            </a:r>
            <a:r>
              <a:rPr lang="en-US" dirty="0" err="1"/>
              <a:t>detecțiile</a:t>
            </a:r>
            <a:r>
              <a:rPr lang="en-US" dirty="0"/>
              <a:t> </a:t>
            </a:r>
            <a:r>
              <a:rPr lang="en-US" dirty="0" err="1"/>
              <a:t>între</a:t>
            </a:r>
            <a:r>
              <a:rPr lang="en-US" dirty="0"/>
              <a:t> cadre.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Gestionare</a:t>
            </a:r>
            <a:r>
              <a:rPr lang="en-US" b="1" dirty="0"/>
              <a:t> ID-</a:t>
            </a:r>
            <a:r>
              <a:rPr lang="en-US" b="1" dirty="0" err="1"/>
              <a:t>uri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păstrează</a:t>
            </a:r>
            <a:r>
              <a:rPr lang="en-US" dirty="0"/>
              <a:t> </a:t>
            </a:r>
            <a:r>
              <a:rPr lang="en-US" dirty="0" err="1"/>
              <a:t>identitatea</a:t>
            </a:r>
            <a:r>
              <a:rPr lang="en-US" dirty="0"/>
              <a:t> </a:t>
            </a:r>
            <a:r>
              <a:rPr lang="en-US" dirty="0" err="1"/>
              <a:t>persoanei</a:t>
            </a:r>
            <a:r>
              <a:rPr lang="en-US" dirty="0"/>
              <a:t> </a:t>
            </a:r>
            <a:r>
              <a:rPr lang="en-US" dirty="0" err="1"/>
              <a:t>când</a:t>
            </a:r>
            <a:r>
              <a:rPr lang="en-US" dirty="0"/>
              <a:t> </a:t>
            </a:r>
            <a:r>
              <a:rPr lang="en-US" dirty="0" err="1"/>
              <a:t>reintră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cadru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Output:</a:t>
            </a:r>
            <a:r>
              <a:rPr lang="en-US" dirty="0"/>
              <a:t> </a:t>
            </a:r>
            <a:r>
              <a:rPr lang="en-US" dirty="0" err="1"/>
              <a:t>afișare</a:t>
            </a:r>
            <a:r>
              <a:rPr lang="en-US" dirty="0"/>
              <a:t> video cu bounding boxes + ID-</a:t>
            </a:r>
            <a:r>
              <a:rPr lang="en-US" dirty="0" err="1"/>
              <a:t>uri</a:t>
            </a:r>
            <a:r>
              <a:rPr lang="en-US" dirty="0"/>
              <a:t>.</a:t>
            </a:r>
          </a:p>
          <a:p>
            <a:r>
              <a:rPr lang="en-US" b="1" dirty="0"/>
              <a:t>Flux de date</a:t>
            </a:r>
          </a:p>
          <a:p>
            <a:r>
              <a:rPr lang="en-US" dirty="0" err="1"/>
              <a:t>Cadru</a:t>
            </a:r>
            <a:r>
              <a:rPr lang="en-US" dirty="0"/>
              <a:t> video → </a:t>
            </a:r>
            <a:r>
              <a:rPr lang="en-US" dirty="0" err="1"/>
              <a:t>Preprocesare</a:t>
            </a:r>
            <a:r>
              <a:rPr lang="en-US" dirty="0"/>
              <a:t> → </a:t>
            </a:r>
            <a:r>
              <a:rPr lang="en-US" dirty="0" err="1"/>
              <a:t>Detecție</a:t>
            </a:r>
            <a:r>
              <a:rPr lang="en-US" dirty="0"/>
              <a:t> → Tracking → </a:t>
            </a:r>
            <a:r>
              <a:rPr lang="en-US" dirty="0" err="1"/>
              <a:t>Atribuire</a:t>
            </a:r>
            <a:r>
              <a:rPr lang="en-US" dirty="0"/>
              <a:t>/</a:t>
            </a:r>
            <a:r>
              <a:rPr lang="en-US" dirty="0" err="1"/>
              <a:t>Reținere</a:t>
            </a:r>
            <a:r>
              <a:rPr lang="en-US" dirty="0"/>
              <a:t> ID → </a:t>
            </a:r>
            <a:r>
              <a:rPr lang="en-US" dirty="0" err="1"/>
              <a:t>Afișare</a:t>
            </a:r>
            <a:r>
              <a:rPr lang="en-US" dirty="0"/>
              <a:t> </a:t>
            </a:r>
            <a:r>
              <a:rPr lang="en-US" dirty="0" err="1"/>
              <a:t>rezultat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803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7F26E-51CC-651B-F929-34C17BD7D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Evaluare</a:t>
            </a:r>
            <a:r>
              <a:rPr lang="en-US" dirty="0"/>
              <a:t> </a:t>
            </a:r>
            <a:r>
              <a:rPr lang="en-US" dirty="0" err="1"/>
              <a:t>preliminară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7FE2F-ED8F-1DB8-C840-91F8248C8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Metodologie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Teste pe </a:t>
            </a:r>
            <a:r>
              <a:rPr lang="en-US" dirty="0" err="1"/>
              <a:t>secvențe</a:t>
            </a:r>
            <a:r>
              <a:rPr lang="en-US" dirty="0"/>
              <a:t> video cu 1–3 </a:t>
            </a:r>
            <a:r>
              <a:rPr lang="en-US" dirty="0" err="1"/>
              <a:t>persoane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Observarea</a:t>
            </a:r>
            <a:r>
              <a:rPr lang="en-US" dirty="0"/>
              <a:t> </a:t>
            </a:r>
            <a:r>
              <a:rPr lang="en-US" dirty="0" err="1"/>
              <a:t>stabilității</a:t>
            </a:r>
            <a:r>
              <a:rPr lang="en-US" dirty="0"/>
              <a:t> ID-</a:t>
            </a:r>
            <a:r>
              <a:rPr lang="en-US" dirty="0" err="1"/>
              <a:t>urilor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acurateței</a:t>
            </a:r>
            <a:r>
              <a:rPr lang="en-US" dirty="0"/>
              <a:t> </a:t>
            </a:r>
            <a:r>
              <a:rPr lang="en-US" dirty="0" err="1"/>
              <a:t>detecției</a:t>
            </a:r>
            <a:r>
              <a:rPr lang="en-US" dirty="0"/>
              <a:t>.</a:t>
            </a:r>
          </a:p>
          <a:p>
            <a:r>
              <a:rPr lang="en-US" b="1" dirty="0" err="1"/>
              <a:t>Metrici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Rata de </a:t>
            </a:r>
            <a:r>
              <a:rPr lang="en-US" dirty="0" err="1"/>
              <a:t>detecție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Stabilitatea</a:t>
            </a:r>
            <a:r>
              <a:rPr lang="en-US" dirty="0"/>
              <a:t> ID-</a:t>
            </a:r>
            <a:r>
              <a:rPr lang="en-US" dirty="0" err="1"/>
              <a:t>urilor</a:t>
            </a:r>
            <a:r>
              <a:rPr lang="en-US" dirty="0"/>
              <a:t> </a:t>
            </a:r>
            <a:r>
              <a:rPr lang="en-US" dirty="0" err="1"/>
              <a:t>între</a:t>
            </a:r>
            <a:r>
              <a:rPr lang="en-US" dirty="0"/>
              <a:t> cadre.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Timp</a:t>
            </a:r>
            <a:r>
              <a:rPr lang="en-US" dirty="0"/>
              <a:t> de </a:t>
            </a:r>
            <a:r>
              <a:rPr lang="en-US" dirty="0" err="1"/>
              <a:t>procesare</a:t>
            </a:r>
            <a:r>
              <a:rPr lang="en-US" dirty="0"/>
              <a:t> pe </a:t>
            </a:r>
            <a:r>
              <a:rPr lang="en-US" dirty="0" err="1"/>
              <a:t>cadru</a:t>
            </a:r>
            <a:r>
              <a:rPr lang="en-US" dirty="0"/>
              <a:t>.</a:t>
            </a:r>
          </a:p>
          <a:p>
            <a:r>
              <a:rPr lang="en-US" b="1" dirty="0"/>
              <a:t>Date </a:t>
            </a:r>
            <a:r>
              <a:rPr lang="en-US" b="1" dirty="0" err="1"/>
              <a:t>folosite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Video-</a:t>
            </a:r>
            <a:r>
              <a:rPr lang="en-US" dirty="0" err="1"/>
              <a:t>uri</a:t>
            </a:r>
            <a:r>
              <a:rPr lang="en-US" dirty="0"/>
              <a:t> </a:t>
            </a:r>
            <a:r>
              <a:rPr lang="en-US" dirty="0" err="1"/>
              <a:t>proprii</a:t>
            </a:r>
            <a:r>
              <a:rPr lang="en-US" dirty="0"/>
              <a:t>, cu </a:t>
            </a:r>
            <a:r>
              <a:rPr lang="en-US" dirty="0" err="1"/>
              <a:t>persoane</a:t>
            </a:r>
            <a:r>
              <a:rPr lang="en-US" dirty="0"/>
              <a:t> care </a:t>
            </a:r>
            <a:r>
              <a:rPr lang="en-US" dirty="0" err="1"/>
              <a:t>intră</a:t>
            </a:r>
            <a:r>
              <a:rPr lang="en-US" dirty="0"/>
              <a:t>/</a:t>
            </a:r>
            <a:r>
              <a:rPr lang="en-US" dirty="0" err="1"/>
              <a:t>ies</a:t>
            </a:r>
            <a:r>
              <a:rPr lang="en-US" dirty="0"/>
              <a:t> din </a:t>
            </a:r>
            <a:r>
              <a:rPr lang="en-US" dirty="0" err="1"/>
              <a:t>cadru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515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1CA8F-B002-7FA2-99C8-E04EC6900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en-US" dirty="0" err="1"/>
              <a:t>preliminare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55D9C-4CBE-6146-136B-AEAB82BBC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err="1"/>
              <a:t>Rezultate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Detecție</a:t>
            </a:r>
            <a:r>
              <a:rPr lang="en-US" dirty="0"/>
              <a:t> </a:t>
            </a:r>
            <a:r>
              <a:rPr lang="en-US" dirty="0" err="1"/>
              <a:t>stabilă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scenarii</a:t>
            </a:r>
            <a:r>
              <a:rPr lang="en-US" dirty="0"/>
              <a:t> simple.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ID-</a:t>
            </a:r>
            <a:r>
              <a:rPr lang="en-US" dirty="0" err="1"/>
              <a:t>ul</a:t>
            </a:r>
            <a:r>
              <a:rPr lang="en-US" dirty="0"/>
              <a:t> se </a:t>
            </a:r>
            <a:r>
              <a:rPr lang="en-US" dirty="0" err="1"/>
              <a:t>păstrează</a:t>
            </a:r>
            <a:r>
              <a:rPr lang="en-US" dirty="0"/>
              <a:t> </a:t>
            </a:r>
            <a:r>
              <a:rPr lang="en-US" dirty="0" err="1"/>
              <a:t>corect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majoritatea</a:t>
            </a:r>
            <a:r>
              <a:rPr lang="en-US" dirty="0"/>
              <a:t> </a:t>
            </a:r>
            <a:r>
              <a:rPr lang="en-US" dirty="0" err="1"/>
              <a:t>cazurilor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Timp</a:t>
            </a:r>
            <a:r>
              <a:rPr lang="en-US" dirty="0"/>
              <a:t> de </a:t>
            </a:r>
            <a:r>
              <a:rPr lang="en-US" dirty="0" err="1"/>
              <a:t>procesare</a:t>
            </a:r>
            <a:r>
              <a:rPr lang="en-US" dirty="0"/>
              <a:t> </a:t>
            </a:r>
            <a:r>
              <a:rPr lang="en-US" dirty="0" err="1"/>
              <a:t>adecvat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demo-</a:t>
            </a:r>
            <a:r>
              <a:rPr lang="en-US" dirty="0" err="1"/>
              <a:t>ul</a:t>
            </a:r>
            <a:r>
              <a:rPr lang="en-US" dirty="0"/>
              <a:t> actual.</a:t>
            </a:r>
          </a:p>
          <a:p>
            <a:r>
              <a:rPr lang="en-US" b="1" dirty="0" err="1"/>
              <a:t>Exemple</a:t>
            </a:r>
            <a:r>
              <a:rPr lang="en-US" b="1" dirty="0"/>
              <a:t> </a:t>
            </a:r>
            <a:r>
              <a:rPr lang="en-US" b="1" dirty="0" err="1"/>
              <a:t>vizuale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Capturi</a:t>
            </a:r>
            <a:r>
              <a:rPr lang="en-US" dirty="0"/>
              <a:t> de </a:t>
            </a:r>
            <a:r>
              <a:rPr lang="en-US" dirty="0" err="1"/>
              <a:t>ecran</a:t>
            </a:r>
            <a:r>
              <a:rPr lang="en-US" dirty="0"/>
              <a:t>: </a:t>
            </a:r>
            <a:r>
              <a:rPr lang="en-US" dirty="0" err="1"/>
              <a:t>persoane</a:t>
            </a:r>
            <a:r>
              <a:rPr lang="en-US" dirty="0"/>
              <a:t> </a:t>
            </a:r>
            <a:r>
              <a:rPr lang="en-US" dirty="0" err="1"/>
              <a:t>detectate</a:t>
            </a:r>
            <a:r>
              <a:rPr lang="en-US" dirty="0"/>
              <a:t> + ID.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Caz </a:t>
            </a:r>
            <a:r>
              <a:rPr lang="en-US" dirty="0" err="1"/>
              <a:t>în</a:t>
            </a:r>
            <a:r>
              <a:rPr lang="en-US" dirty="0"/>
              <a:t> care o </a:t>
            </a:r>
            <a:r>
              <a:rPr lang="en-US" dirty="0" err="1"/>
              <a:t>persoană</a:t>
            </a:r>
            <a:r>
              <a:rPr lang="en-US" dirty="0"/>
              <a:t> </a:t>
            </a:r>
            <a:r>
              <a:rPr lang="en-US" dirty="0" err="1"/>
              <a:t>iese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revine</a:t>
            </a:r>
            <a:r>
              <a:rPr lang="en-US" dirty="0"/>
              <a:t> cu </a:t>
            </a:r>
            <a:r>
              <a:rPr lang="en-US" dirty="0" err="1"/>
              <a:t>același</a:t>
            </a:r>
            <a:r>
              <a:rPr lang="en-US" dirty="0"/>
              <a:t> ID.</a:t>
            </a:r>
          </a:p>
          <a:p>
            <a:r>
              <a:rPr lang="en-US" b="1" dirty="0" err="1"/>
              <a:t>Interpretare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Sistemul</a:t>
            </a:r>
            <a:r>
              <a:rPr lang="en-US" dirty="0"/>
              <a:t> </a:t>
            </a:r>
            <a:r>
              <a:rPr lang="en-US" dirty="0" err="1"/>
              <a:t>funcționează</a:t>
            </a:r>
            <a:r>
              <a:rPr lang="en-US" dirty="0"/>
              <a:t> </a:t>
            </a:r>
            <a:r>
              <a:rPr lang="en-US" dirty="0" err="1"/>
              <a:t>corespunzător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scenarii</a:t>
            </a:r>
            <a:r>
              <a:rPr lang="en-US" dirty="0"/>
              <a:t> de </a:t>
            </a:r>
            <a:r>
              <a:rPr lang="en-US" dirty="0" err="1"/>
              <a:t>bază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situații</a:t>
            </a:r>
            <a:r>
              <a:rPr lang="en-US" dirty="0"/>
              <a:t> </a:t>
            </a:r>
            <a:r>
              <a:rPr lang="en-US" dirty="0" err="1"/>
              <a:t>complexe</a:t>
            </a:r>
            <a:r>
              <a:rPr lang="en-US" dirty="0"/>
              <a:t> (</a:t>
            </a:r>
            <a:r>
              <a:rPr lang="en-US" dirty="0" err="1"/>
              <a:t>aglomerat</a:t>
            </a:r>
            <a:r>
              <a:rPr lang="en-US" dirty="0"/>
              <a:t> / occlusions), pot </a:t>
            </a:r>
            <a:r>
              <a:rPr lang="en-US" dirty="0" err="1"/>
              <a:t>apărea</a:t>
            </a:r>
            <a:r>
              <a:rPr lang="en-US" dirty="0"/>
              <a:t> </a:t>
            </a:r>
            <a:r>
              <a:rPr lang="en-US" dirty="0" err="1"/>
              <a:t>confuzii</a:t>
            </a:r>
            <a:r>
              <a:rPr lang="en-US" dirty="0"/>
              <a:t> de ID.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110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A28AE-BFFF-643D-22A3-2A24DD305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Concluzii</a:t>
            </a:r>
            <a:r>
              <a:rPr lang="en-US" dirty="0"/>
              <a:t> </a:t>
            </a:r>
            <a:r>
              <a:rPr lang="en-US" dirty="0" err="1"/>
              <a:t>preliminare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0BA0E-19F8-44F5-BB64-4F121F972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Ce am </a:t>
            </a:r>
            <a:r>
              <a:rPr lang="en-US" b="1" dirty="0" err="1"/>
              <a:t>realizat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Sistem</a:t>
            </a:r>
            <a:r>
              <a:rPr lang="en-US" dirty="0"/>
              <a:t> de </a:t>
            </a:r>
            <a:r>
              <a:rPr lang="en-US" dirty="0" err="1"/>
              <a:t>detecție</a:t>
            </a:r>
            <a:r>
              <a:rPr lang="en-US" dirty="0"/>
              <a:t> a </a:t>
            </a:r>
            <a:r>
              <a:rPr lang="en-US" dirty="0" err="1"/>
              <a:t>oamenilor</a:t>
            </a:r>
            <a:r>
              <a:rPr lang="en-US" dirty="0"/>
              <a:t> </a:t>
            </a:r>
            <a:r>
              <a:rPr lang="en-US" dirty="0" err="1"/>
              <a:t>funcțional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Implementare</a:t>
            </a:r>
            <a:r>
              <a:rPr lang="en-US" dirty="0"/>
              <a:t> tracking + ID persistent.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en-US" dirty="0" err="1"/>
              <a:t>promițătoare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teste </a:t>
            </a:r>
            <a:r>
              <a:rPr lang="en-US" dirty="0" err="1"/>
              <a:t>reale</a:t>
            </a:r>
            <a:r>
              <a:rPr lang="en-US" dirty="0"/>
              <a:t>.</a:t>
            </a:r>
          </a:p>
          <a:p>
            <a:r>
              <a:rPr lang="en-US" b="1" dirty="0" err="1"/>
              <a:t>Limitări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Sensibilitate</a:t>
            </a:r>
            <a:r>
              <a:rPr lang="en-US" dirty="0"/>
              <a:t> la </a:t>
            </a:r>
            <a:r>
              <a:rPr lang="en-US" dirty="0" err="1"/>
              <a:t>iluminare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mișcare</a:t>
            </a:r>
            <a:r>
              <a:rPr lang="en-US" dirty="0"/>
              <a:t> </a:t>
            </a:r>
            <a:r>
              <a:rPr lang="en-US" dirty="0" err="1"/>
              <a:t>rapidă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Tracker </a:t>
            </a:r>
            <a:r>
              <a:rPr lang="en-US" dirty="0" err="1"/>
              <a:t>simplu</a:t>
            </a:r>
            <a:r>
              <a:rPr lang="en-US" dirty="0"/>
              <a:t> →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confunda</a:t>
            </a:r>
            <a:r>
              <a:rPr lang="en-US" dirty="0"/>
              <a:t> ID-</a:t>
            </a:r>
            <a:r>
              <a:rPr lang="en-US" dirty="0" err="1"/>
              <a:t>uri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cazuri</a:t>
            </a:r>
            <a:r>
              <a:rPr lang="en-US" dirty="0"/>
              <a:t> </a:t>
            </a:r>
            <a:r>
              <a:rPr lang="en-US" dirty="0" err="1"/>
              <a:t>complexe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Performanța</a:t>
            </a:r>
            <a:r>
              <a:rPr lang="en-US" dirty="0"/>
              <a:t> </a:t>
            </a:r>
            <a:r>
              <a:rPr lang="en-US" dirty="0" err="1"/>
              <a:t>depinde</a:t>
            </a:r>
            <a:r>
              <a:rPr lang="en-US" dirty="0"/>
              <a:t> de hardware.</a:t>
            </a:r>
          </a:p>
          <a:p>
            <a:r>
              <a:rPr lang="en-US" b="1" dirty="0" err="1"/>
              <a:t>Posibile</a:t>
            </a:r>
            <a:r>
              <a:rPr lang="en-US" b="1" dirty="0"/>
              <a:t> </a:t>
            </a:r>
            <a:r>
              <a:rPr lang="en-US" b="1" dirty="0" err="1"/>
              <a:t>îmbunătățiri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Tracker </a:t>
            </a:r>
            <a:r>
              <a:rPr lang="en-US" dirty="0" err="1"/>
              <a:t>mai</a:t>
            </a:r>
            <a:r>
              <a:rPr lang="en-US" dirty="0"/>
              <a:t> robust (</a:t>
            </a:r>
            <a:r>
              <a:rPr lang="en-US" dirty="0" err="1"/>
              <a:t>DeepSORT</a:t>
            </a:r>
            <a:r>
              <a:rPr lang="en-US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 </a:t>
            </a:r>
            <a:r>
              <a:rPr lang="en-US" dirty="0" err="1"/>
              <a:t>multe</a:t>
            </a:r>
            <a:r>
              <a:rPr lang="en-US" dirty="0"/>
              <a:t> teste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scenarii</a:t>
            </a:r>
            <a:r>
              <a:rPr lang="en-US" dirty="0"/>
              <a:t> variate.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Optimizări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viteză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569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AC648-935C-77FA-CFF4-B5A9D193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Direcții</a:t>
            </a:r>
            <a:r>
              <a:rPr lang="en-US" dirty="0"/>
              <a:t> </a:t>
            </a:r>
            <a:r>
              <a:rPr lang="en-US" dirty="0" err="1"/>
              <a:t>viitoare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9C6C-C739-E11A-D568-536EE86F4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Pași</a:t>
            </a:r>
            <a:r>
              <a:rPr lang="en-US" b="1" dirty="0"/>
              <a:t> </a:t>
            </a:r>
            <a:r>
              <a:rPr lang="en-US" b="1" dirty="0" err="1"/>
              <a:t>următori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extinsă</a:t>
            </a:r>
            <a:r>
              <a:rPr lang="en-US" dirty="0"/>
              <a:t> cu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persoane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Implementarea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tracker </a:t>
            </a:r>
            <a:r>
              <a:rPr lang="en-US" dirty="0" err="1"/>
              <a:t>bazat</a:t>
            </a:r>
            <a:r>
              <a:rPr lang="en-US" dirty="0"/>
              <a:t> pe embedding-</a:t>
            </a:r>
            <a:r>
              <a:rPr lang="en-US" dirty="0" err="1"/>
              <a:t>uri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Analiză</a:t>
            </a:r>
            <a:r>
              <a:rPr lang="en-US" dirty="0"/>
              <a:t> </a:t>
            </a:r>
            <a:r>
              <a:rPr lang="en-US" dirty="0" err="1"/>
              <a:t>avansată</a:t>
            </a:r>
            <a:r>
              <a:rPr lang="en-US" dirty="0"/>
              <a:t>: </a:t>
            </a:r>
            <a:r>
              <a:rPr lang="en-US" dirty="0" err="1"/>
              <a:t>numărare</a:t>
            </a:r>
            <a:r>
              <a:rPr lang="en-US" dirty="0"/>
              <a:t> </a:t>
            </a:r>
            <a:r>
              <a:rPr lang="en-US" dirty="0" err="1"/>
              <a:t>persoane</a:t>
            </a:r>
            <a:r>
              <a:rPr lang="en-US" dirty="0"/>
              <a:t>, </a:t>
            </a:r>
            <a:r>
              <a:rPr lang="en-US" dirty="0" err="1"/>
              <a:t>predicție</a:t>
            </a:r>
            <a:r>
              <a:rPr lang="en-US" dirty="0"/>
              <a:t> </a:t>
            </a:r>
            <a:r>
              <a:rPr lang="en-US" dirty="0" err="1"/>
              <a:t>traiectorii</a:t>
            </a:r>
            <a:r>
              <a:rPr lang="en-US" dirty="0"/>
              <a:t>.</a:t>
            </a:r>
          </a:p>
          <a:p>
            <a:r>
              <a:rPr lang="en-US" b="1" dirty="0" err="1"/>
              <a:t>Obiectiv</a:t>
            </a:r>
            <a:r>
              <a:rPr lang="en-US" b="1" dirty="0"/>
              <a:t> final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complet</a:t>
            </a:r>
            <a:r>
              <a:rPr lang="en-US" dirty="0"/>
              <a:t> de human detection &amp; tracking, </a:t>
            </a:r>
            <a:r>
              <a:rPr lang="en-US" dirty="0" err="1"/>
              <a:t>stabil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timp</a:t>
            </a:r>
            <a:r>
              <a:rPr lang="en-US" dirty="0"/>
              <a:t> real </a:t>
            </a:r>
            <a:r>
              <a:rPr lang="en-US" dirty="0" err="1"/>
              <a:t>și</a:t>
            </a:r>
            <a:r>
              <a:rPr lang="en-US" dirty="0"/>
              <a:t> robust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situații</a:t>
            </a:r>
            <a:r>
              <a:rPr lang="en-US" dirty="0"/>
              <a:t> </a:t>
            </a:r>
            <a:r>
              <a:rPr lang="en-US" dirty="0" err="1"/>
              <a:t>complexe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82355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169</TotalTime>
  <Words>417</Words>
  <Application>Microsoft Office PowerPoint</Application>
  <PresentationFormat>Widescreen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Person detection and tracking system</vt:lpstr>
      <vt:lpstr>Context &amp; Motivație</vt:lpstr>
      <vt:lpstr>Arhitectura preliminară</vt:lpstr>
      <vt:lpstr>Evaluare preliminară</vt:lpstr>
      <vt:lpstr>Rezultate preliminare</vt:lpstr>
      <vt:lpstr>Concluzii preliminare</vt:lpstr>
      <vt:lpstr>Direcții viitoare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00Stefan</dc:creator>
  <cp:lastModifiedBy>00Stefan</cp:lastModifiedBy>
  <cp:revision>1</cp:revision>
  <dcterms:created xsi:type="dcterms:W3CDTF">2025-11-20T13:01:45Z</dcterms:created>
  <dcterms:modified xsi:type="dcterms:W3CDTF">2025-11-20T15:51:06Z</dcterms:modified>
</cp:coreProperties>
</file>